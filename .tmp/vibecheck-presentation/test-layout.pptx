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8856eb326f4b3b" /><Relationship Type="http://schemas.openxmlformats.org/officeDocument/2006/relationships/extended-properties" Target="/docProps/app.xml" Id="R5fe09d8f003c4f6d" /><Relationship Type="http://schemas.openxmlformats.org/officeDocument/2006/relationships/officeDocument" Target="/ppt/presentation.xml" Id="R9edc0029198647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e97bab35424805"/>
  </p:sldMasterIdLst>
  <p:notesMasterIdLst>
    <p:notesMasterId xmlns:r="http://schemas.openxmlformats.org/officeDocument/2006/relationships" r:id="R9548e7be12384c82"/>
  </p:notesMasterIdLst>
  <p:sldIdLst>
    <p:sldId xmlns:r="http://schemas.openxmlformats.org/officeDocument/2006/relationships" id="256" r:id="R3ba22983a6204b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726af830544aff" /><Relationship Type="http://schemas.openxmlformats.org/officeDocument/2006/relationships/slideMaster" Target="/ppt/slideMasters/slideMaster1.xml" Id="R51e97bab35424805" /><Relationship Type="http://schemas.openxmlformats.org/officeDocument/2006/relationships/notesMaster" Target="/ppt/notesMasters/notesMaster1.xml" Id="R9548e7be12384c82" /><Relationship Type="http://schemas.openxmlformats.org/officeDocument/2006/relationships/presProps" Target="/ppt/presProps.xml" Id="Rb44ccffec98a4016" /><Relationship Type="http://schemas.openxmlformats.org/officeDocument/2006/relationships/tableStyles" Target="/ppt/tableStyles.xml" Id="Ra86c6de975e243df" /><Relationship Type="http://schemas.openxmlformats.org/officeDocument/2006/relationships/slide" Target="/ppt/slides/slide1.xml" Id="R3ba22983a620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b883bd6b040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00bd6193e418c" /><Relationship Type="http://schemas.openxmlformats.org/officeDocument/2006/relationships/notesMaster" Target="/ppt/notesMasters/notesMaster1.xml" Id="R39a1c0656b234c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4107f604d42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af635916eb4be4" /><Relationship Type="http://schemas.openxmlformats.org/officeDocument/2006/relationships/slideLayout" Target="/ppt/slideLayouts/slideLayout1.xml" Id="R9b8fe47d04ac4c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8fe47d04ac4c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97fda7fb345cc" /><Relationship Type="http://schemas.openxmlformats.org/officeDocument/2006/relationships/notesSlide" Target="/ppt/notesSlides/notesSlide1.xml" Id="R875e8646adf64d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3C3DE10-1AB6-46EA-A6EC-28B88884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to review a
vibe-coded app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146829C-6661-4D61-9B00-3EB3B632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practical pre-launch review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D58484B-2135-407F-8F70-1F47DD3E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WORKSHOP</a:t>
            </a:r>
          </a:p>
        </p:txBody>
      </p:sp>
    </p:spTree>
    <p:extLst>
      <p:ext uri="{BB962C8B-B14F-4D97-AF65-F5344CB8AC3E}">
        <p14:creationId xmlns:p14="http://schemas.microsoft.com/office/powerpoint/2010/main" val="1161676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2026-08-11T14:25:37.2300000Z</dcterms:created>
  <dcterms:modified xsi:type="dcterms:W3CDTF">2026-08-11T14:25:37.2310000Z</dcterms:modified>
</coreProperties>
</file>